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e17e4823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e17e4823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e17e48231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e17e48231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e17e4823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ee17e4823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e17e48231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ee17e48231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e17e48231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e17e48231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e17e48231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e17e48231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e17e48231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ee17e48231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10.19.103.196:8080/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8" name="Google Shape;438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39" name="Google Shape;439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0" name="Google Shape;440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2" name="Google Shape;442;p41"/>
          <p:cNvSpPr txBox="1"/>
          <p:nvPr>
            <p:ph type="title"/>
          </p:nvPr>
        </p:nvSpPr>
        <p:spPr>
          <a:xfrm>
            <a:off x="228600" y="558375"/>
            <a:ext cx="4833300" cy="8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5900">
                <a:solidFill>
                  <a:schemeClr val="lt1"/>
                </a:solidFill>
              </a:rPr>
              <a:t>LoopyHacker</a:t>
            </a:r>
            <a:endParaRPr sz="5900">
              <a:solidFill>
                <a:schemeClr val="lt1"/>
              </a:solidFill>
            </a:endParaRPr>
          </a:p>
        </p:txBody>
      </p:sp>
      <p:sp>
        <p:nvSpPr>
          <p:cNvPr id="443" name="Google Shape;443;p41"/>
          <p:cNvSpPr txBox="1"/>
          <p:nvPr>
            <p:ph idx="1" type="subTitle"/>
          </p:nvPr>
        </p:nvSpPr>
        <p:spPr>
          <a:xfrm>
            <a:off x="320625" y="167550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Wonseok Chae &amp; Ernest Chae</a:t>
            </a:r>
            <a:endParaRPr sz="19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7887675" y="127275"/>
            <a:ext cx="336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Team 6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50" name="Google Shape;450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51" name="Google Shape;451;p42"/>
          <p:cNvSpPr txBox="1"/>
          <p:nvPr>
            <p:ph type="title"/>
          </p:nvPr>
        </p:nvSpPr>
        <p:spPr>
          <a:xfrm>
            <a:off x="228600" y="290448"/>
            <a:ext cx="3655800" cy="60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Urbanist"/>
                <a:ea typeface="Urbanist"/>
                <a:cs typeface="Urbanist"/>
                <a:sym typeface="Urbanist"/>
              </a:rPr>
              <a:t>Vibe Hacking</a:t>
            </a:r>
            <a:endParaRPr b="1" sz="32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42"/>
          <p:cNvSpPr txBox="1"/>
          <p:nvPr>
            <p:ph idx="1" type="subTitle"/>
          </p:nvPr>
        </p:nvSpPr>
        <p:spPr>
          <a:xfrm>
            <a:off x="5199600" y="1237113"/>
            <a:ext cx="3160200" cy="284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900">
                <a:solidFill>
                  <a:schemeClr val="dk2"/>
                </a:solidFill>
              </a:rPr>
              <a:t>In 2025, a state sponsored hacker organization launched on attack on the company Anthropic. Allegedly 80%-90% of this cyber attack was automated  by using </a:t>
            </a:r>
            <a:r>
              <a:rPr lang="en" sz="1900">
                <a:solidFill>
                  <a:schemeClr val="dk2"/>
                </a:solidFill>
              </a:rPr>
              <a:t>Anthropic’s</a:t>
            </a:r>
            <a:r>
              <a:rPr lang="en" sz="1900">
                <a:solidFill>
                  <a:schemeClr val="dk2"/>
                </a:solidFill>
              </a:rPr>
              <a:t> own tools against them. This was one of the first documented cases of an AI orchestrated cyberattack.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453" name="Google Shape;453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54" name="Google Shape;454;p42"/>
          <p:cNvSpPr txBox="1"/>
          <p:nvPr/>
        </p:nvSpPr>
        <p:spPr>
          <a:xfrm>
            <a:off x="4465400" y="4268075"/>
            <a:ext cx="431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Source: https://www.congress.gov/crs-product/IF13151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 txBox="1"/>
          <p:nvPr/>
        </p:nvSpPr>
        <p:spPr>
          <a:xfrm>
            <a:off x="572550" y="532125"/>
            <a:ext cx="395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CTF - Capture the Flag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0" name="Google Shape;460;p43"/>
          <p:cNvSpPr txBox="1"/>
          <p:nvPr/>
        </p:nvSpPr>
        <p:spPr>
          <a:xfrm>
            <a:off x="894800" y="1316700"/>
            <a:ext cx="577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CTF competitions are security challenges where participants find hidden "flags" by exploiting intentional vulnerabilities.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61" name="Google Shape;4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489" y="2467150"/>
            <a:ext cx="3055124" cy="20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/>
        </p:nvSpPr>
        <p:spPr>
          <a:xfrm>
            <a:off x="557525" y="358025"/>
            <a:ext cx="1708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MoltBook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44"/>
          <p:cNvSpPr txBox="1"/>
          <p:nvPr/>
        </p:nvSpPr>
        <p:spPr>
          <a:xfrm>
            <a:off x="814700" y="1085075"/>
            <a:ext cx="624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Moltbook is a social media platform created exclusively for artificial intelligence agents rather than human users.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4"/>
          <p:cNvSpPr txBox="1"/>
          <p:nvPr/>
        </p:nvSpPr>
        <p:spPr>
          <a:xfrm>
            <a:off x="814700" y="2009450"/>
            <a:ext cx="624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 this platform, thousands of AI agents comment and response to each others posts.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69" name="Google Shape;4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387" y="2764050"/>
            <a:ext cx="2947424" cy="16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/>
          <p:nvPr/>
        </p:nvSpPr>
        <p:spPr>
          <a:xfrm>
            <a:off x="557525" y="358025"/>
            <a:ext cx="5861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does this relate to LoopyHacker and cybersecurity? 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5"/>
          <p:cNvSpPr txBox="1"/>
          <p:nvPr/>
        </p:nvSpPr>
        <p:spPr>
          <a:xfrm>
            <a:off x="814700" y="1801500"/>
            <a:ext cx="72528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wanted to create a platform similar to Moltbook in the sense that different ai agents will interact with other ai agents.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this case however, instead of commenting or responding to social media posts, these ai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agents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will either create a webpage with hidden flags or will attempt to find said flags. 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By using the same automated systems that hackers use, we want to harness this automation in order to learn defensive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capabilities, safe practices, and to train models to detect hidden issues,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5"/>
          <p:cNvSpPr txBox="1"/>
          <p:nvPr/>
        </p:nvSpPr>
        <p:spPr>
          <a:xfrm>
            <a:off x="814700" y="2009450"/>
            <a:ext cx="624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7" name="Google Shape;477;p45"/>
          <p:cNvSpPr txBox="1"/>
          <p:nvPr/>
        </p:nvSpPr>
        <p:spPr>
          <a:xfrm>
            <a:off x="814700" y="1370400"/>
            <a:ext cx="431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AI-Native Capture the Flag platform </a:t>
            </a:r>
            <a:endParaRPr b="1"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/>
        </p:nvSpPr>
        <p:spPr>
          <a:xfrm>
            <a:off x="587475" y="590375"/>
            <a:ext cx="431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Project Demo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6"/>
          <p:cNvSpPr txBox="1"/>
          <p:nvPr/>
        </p:nvSpPr>
        <p:spPr>
          <a:xfrm>
            <a:off x="1074650" y="1437325"/>
            <a:ext cx="431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http://10.19.103.196:8080/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4" name="Google Shape;48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600" y="1491800"/>
            <a:ext cx="4409974" cy="290049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6"/>
          <p:cNvSpPr txBox="1"/>
          <p:nvPr/>
        </p:nvSpPr>
        <p:spPr>
          <a:xfrm>
            <a:off x="385100" y="1952550"/>
            <a:ext cx="4317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 the left side of the page, you can open up a chat panel and select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model you want to use.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 solve a challenge, type in the following with a similar structure: Create a new account [name] and create any cybersecurity related challenge.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reason for creating a new account is to be able to save the progress.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you want to create a challenge, simply state the kind of cybersecurity problem you want along with it’s difficulty.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 example: create an xss related medium difficulty challenge.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/>
          <p:nvPr/>
        </p:nvSpPr>
        <p:spPr>
          <a:xfrm>
            <a:off x="587475" y="590375"/>
            <a:ext cx="431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Future additions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1" name="Google Shape;491;p47"/>
          <p:cNvSpPr txBox="1"/>
          <p:nvPr/>
        </p:nvSpPr>
        <p:spPr>
          <a:xfrm>
            <a:off x="904650" y="1362375"/>
            <a:ext cx="431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AI can be faulty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2" name="Google Shape;492;p47"/>
          <p:cNvSpPr txBox="1"/>
          <p:nvPr/>
        </p:nvSpPr>
        <p:spPr>
          <a:xfrm>
            <a:off x="904650" y="1954475"/>
            <a:ext cx="5818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an element of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human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capabilities. If there is a problem that AI cannot solve, a human can come into the loop and solve this question, kind of like StackOverflow or Quora for cybersecurity.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will then add a valuable piece of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information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that AI can use for the future if they encounter a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similar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problem.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